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6300788" cy="3314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514F"/>
    <a:srgbClr val="BECFFC"/>
    <a:srgbClr val="FD9C9B"/>
    <a:srgbClr val="FA8584"/>
    <a:srgbClr val="FDC5C4"/>
    <a:srgbClr val="AFC4FD"/>
    <a:srgbClr val="EF8B8C"/>
    <a:srgbClr val="B0C6F7"/>
    <a:srgbClr val="F6DFE1"/>
    <a:srgbClr val="CB79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1"/>
    <p:restoredTop sz="94608"/>
  </p:normalViewPr>
  <p:slideViewPr>
    <p:cSldViewPr snapToGrid="0">
      <p:cViewPr>
        <p:scale>
          <a:sx n="67" d="100"/>
          <a:sy n="67" d="100"/>
        </p:scale>
        <p:origin x="4168" y="2000"/>
      </p:cViewPr>
      <p:guideLst/>
    </p:cSldViewPr>
  </p:slideViewPr>
  <p:notesTextViewPr>
    <p:cViewPr>
      <p:scale>
        <a:sx n="60" d="100"/>
        <a:sy n="6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27CE9-F2C4-7843-AC05-5A93B2B6AB5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0BDA0-7565-604E-9BFC-E4A3EC57A1F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3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1pPr>
    <a:lvl2pPr marL="69119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2pPr>
    <a:lvl3pPr marL="138239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3pPr>
    <a:lvl4pPr marL="207358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4pPr>
    <a:lvl5pPr marL="276478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5pPr>
    <a:lvl6pPr marL="345597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6pPr>
    <a:lvl7pPr marL="414717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7pPr>
    <a:lvl8pPr marL="483836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8pPr>
    <a:lvl9pPr marL="552956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96888" y="1143000"/>
            <a:ext cx="5864225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0BDA0-7565-604E-9BFC-E4A3EC57A1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80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76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93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82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82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1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2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58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9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6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70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4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4609C-FC08-D14D-89F9-41E221EC57E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4609C-FC08-D14D-89F9-41E221EC57E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05BD6-9837-504A-9C95-D54D4DF1F0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3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98677AE-BDBE-18C7-DD5D-DE8270BA05F2}"/>
              </a:ext>
            </a:extLst>
          </p:cNvPr>
          <p:cNvSpPr/>
          <p:nvPr/>
        </p:nvSpPr>
        <p:spPr>
          <a:xfrm>
            <a:off x="631518" y="108000"/>
            <a:ext cx="1656000" cy="631680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4E81E81-9099-3F12-44CD-F2F5424DB780}"/>
              </a:ext>
            </a:extLst>
          </p:cNvPr>
          <p:cNvSpPr txBox="1"/>
          <p:nvPr/>
        </p:nvSpPr>
        <p:spPr>
          <a:xfrm>
            <a:off x="631518" y="210093"/>
            <a:ext cx="1656000" cy="427494"/>
          </a:xfrm>
          <a:prstGeom prst="rect">
            <a:avLst/>
          </a:prstGeom>
          <a:noFill/>
        </p:spPr>
        <p:txBody>
          <a:bodyPr wrap="square" lIns="54000" tIns="28800" rIns="54000" bIns="28800" rtlCol="0" anchor="ctr">
            <a:spAutoFit/>
          </a:bodyPr>
          <a:lstStyle/>
          <a:p>
            <a:r>
              <a:rPr lang="en-US" sz="800" b="1" noProof="1">
                <a:latin typeface="Arial" panose="020B0604020202020204" pitchFamily="34" charset="0"/>
                <a:cs typeface="Arial" panose="020B0604020202020204" pitchFamily="34" charset="0"/>
              </a:rPr>
              <a:t>Reasoning question:</a:t>
            </a:r>
          </a:p>
          <a:p>
            <a:pPr algn="just"/>
            <a:r>
              <a:rPr lang="en-US" sz="800" noProof="1">
                <a:latin typeface="Arial" panose="020B0604020202020204" pitchFamily="34" charset="0"/>
                <a:cs typeface="Arial" panose="020B0604020202020204" pitchFamily="34" charset="0"/>
              </a:rPr>
              <a:t>Would it be ethical for a man to marry the sister of his widow?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28EC0DC-5137-33B6-1660-4128278F0041}"/>
              </a:ext>
            </a:extLst>
          </p:cNvPr>
          <p:cNvCxnSpPr>
            <a:cxnSpLocks/>
          </p:cNvCxnSpPr>
          <p:nvPr/>
        </p:nvCxnSpPr>
        <p:spPr>
          <a:xfrm>
            <a:off x="2287518" y="423840"/>
            <a:ext cx="1262782" cy="0"/>
          </a:xfrm>
          <a:prstGeom prst="straightConnector1">
            <a:avLst/>
          </a:prstGeom>
          <a:ln w="12700" cap="flat">
            <a:round/>
            <a:tailEnd type="triangle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16023D2-692C-6213-500E-16A1307B5160}"/>
              </a:ext>
            </a:extLst>
          </p:cNvPr>
          <p:cNvSpPr/>
          <p:nvPr/>
        </p:nvSpPr>
        <p:spPr>
          <a:xfrm>
            <a:off x="3636000" y="108000"/>
            <a:ext cx="2556000" cy="62632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7A6030B-A59F-0C26-889A-7D3987250CF8}"/>
              </a:ext>
            </a:extLst>
          </p:cNvPr>
          <p:cNvSpPr txBox="1"/>
          <p:nvPr/>
        </p:nvSpPr>
        <p:spPr>
          <a:xfrm>
            <a:off x="3636000" y="148537"/>
            <a:ext cx="2556000" cy="550605"/>
          </a:xfrm>
          <a:prstGeom prst="rect">
            <a:avLst/>
          </a:prstGeom>
          <a:noFill/>
        </p:spPr>
        <p:txBody>
          <a:bodyPr wrap="square" lIns="54000" tIns="28800" rIns="54000" bIns="28800" rtlCol="0" anchor="ctr">
            <a:spAutoFit/>
          </a:bodyPr>
          <a:lstStyle/>
          <a:p>
            <a:pPr algn="l"/>
            <a:r>
              <a:rPr lang="en-US" sz="800" b="1" noProof="1">
                <a:latin typeface="Arial" panose="020B0604020202020204" pitchFamily="34" charset="0"/>
                <a:cs typeface="Arial" panose="020B0604020202020204" pitchFamily="34" charset="0"/>
              </a:rPr>
              <a:t>Verbal transcript: </a:t>
            </a:r>
          </a:p>
          <a:p>
            <a:pPr algn="just"/>
            <a:r>
              <a:rPr lang="en-US" sz="800" noProof="1">
                <a:latin typeface="Arial" panose="020B0604020202020204" pitchFamily="34" charset="0"/>
                <a:cs typeface="Arial" panose="020B0604020202020204" pitchFamily="34" charset="0"/>
              </a:rPr>
              <a:t>“Wait, I need to be careful here. They’re not blood relatives, so it may be ethical? Hey but if he has a widow, he is not alive!”</a:t>
            </a:r>
          </a:p>
        </p:txBody>
      </p:sp>
      <p:graphicFrame>
        <p:nvGraphicFramePr>
          <p:cNvPr id="20" name="Tableau 19">
            <a:extLst>
              <a:ext uri="{FF2B5EF4-FFF2-40B4-BE49-F238E27FC236}">
                <a16:creationId xmlns:a16="http://schemas.microsoft.com/office/drawing/2014/main" id="{F4B7E50D-370B-D42F-73D5-8C16E9A04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713692"/>
              </p:ext>
            </p:extLst>
          </p:nvPr>
        </p:nvGraphicFramePr>
        <p:xfrm>
          <a:off x="108000" y="1512151"/>
          <a:ext cx="3330000" cy="1292160"/>
        </p:xfrm>
        <a:graphic>
          <a:graphicData uri="http://schemas.openxmlformats.org/drawingml/2006/table">
            <a:tbl>
              <a:tblPr firstRow="1" bandRow="1">
                <a:solidFill>
                  <a:srgbClr val="AFC4FD"/>
                </a:solidFill>
                <a:tableStyleId>{5C22544A-7EE6-4342-B048-85BDC9FD1C3A}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2205331333"/>
                    </a:ext>
                  </a:extLst>
                </a:gridCol>
                <a:gridCol w="738000">
                  <a:extLst>
                    <a:ext uri="{9D8B030D-6E8A-4147-A177-3AD203B41FA5}">
                      <a16:colId xmlns:a16="http://schemas.microsoft.com/office/drawing/2014/main" val="1173343094"/>
                    </a:ext>
                  </a:extLst>
                </a:gridCol>
                <a:gridCol w="738000">
                  <a:extLst>
                    <a:ext uri="{9D8B030D-6E8A-4147-A177-3AD203B41FA5}">
                      <a16:colId xmlns:a16="http://schemas.microsoft.com/office/drawing/2014/main" val="3802599047"/>
                    </a:ext>
                  </a:extLst>
                </a:gridCol>
                <a:gridCol w="738000">
                  <a:extLst>
                    <a:ext uri="{9D8B030D-6E8A-4147-A177-3AD203B41FA5}">
                      <a16:colId xmlns:a16="http://schemas.microsoft.com/office/drawing/2014/main" val="599585777"/>
                    </a:ext>
                  </a:extLst>
                </a:gridCol>
              </a:tblGrid>
              <a:tr h="2011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Chunk text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Generation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Dimension n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442354"/>
                  </a:ext>
                </a:extLst>
              </a:tr>
              <a:tr h="323040"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Wait, I need to be careful here.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9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5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336158"/>
                  </a:ext>
                </a:extLst>
              </a:tr>
              <a:tr h="444960"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They’re not blood relatives, so it may be ethical? 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5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784773"/>
                  </a:ext>
                </a:extLst>
              </a:tr>
              <a:tr h="323040"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Hey but if he has a widow, he is not alive!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5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5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28800" marR="288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885372"/>
                  </a:ext>
                </a:extLst>
              </a:tr>
            </a:tbl>
          </a:graphicData>
        </a:graphic>
      </p:graphicFrame>
      <p:sp>
        <p:nvSpPr>
          <p:cNvPr id="34" name="ZoneTexte 33">
            <a:extLst>
              <a:ext uri="{FF2B5EF4-FFF2-40B4-BE49-F238E27FC236}">
                <a16:creationId xmlns:a16="http://schemas.microsoft.com/office/drawing/2014/main" id="{93D4D138-8AFB-8725-4BAC-2EF1DB085180}"/>
              </a:ext>
            </a:extLst>
          </p:cNvPr>
          <p:cNvSpPr txBox="1"/>
          <p:nvPr/>
        </p:nvSpPr>
        <p:spPr>
          <a:xfrm>
            <a:off x="2543455" y="18000"/>
            <a:ext cx="750908" cy="380640"/>
          </a:xfrm>
          <a:prstGeom prst="rect">
            <a:avLst/>
          </a:prstGeom>
          <a:noFill/>
        </p:spPr>
        <p:txBody>
          <a:bodyPr wrap="square" lIns="0" tIns="28800" rIns="0" bIns="28800" rtlCol="0" anchor="b">
            <a:noAutofit/>
          </a:bodyPr>
          <a:lstStyle/>
          <a:p>
            <a:pPr algn="ctr"/>
            <a:r>
              <a:rPr lang="en-US" sz="800" i="1" noProof="1">
                <a:latin typeface="Arial" panose="020B0604020202020204" pitchFamily="34" charset="0"/>
                <a:cs typeface="Arial" panose="020B0604020202020204" pitchFamily="34" charset="0"/>
              </a:rPr>
              <a:t>Speech-to-text </a:t>
            </a:r>
            <a:br>
              <a:rPr lang="en-US" sz="800" i="1" noProof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i="1" noProof="1">
                <a:latin typeface="Arial" panose="020B0604020202020204" pitchFamily="34" charset="0"/>
                <a:cs typeface="Arial" panose="020B0604020202020204" pitchFamily="34" charset="0"/>
              </a:rPr>
              <a:t>transcription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669D6B6-71FC-5D9E-4C3E-B9CA03C7FE37}"/>
              </a:ext>
            </a:extLst>
          </p:cNvPr>
          <p:cNvSpPr txBox="1"/>
          <p:nvPr/>
        </p:nvSpPr>
        <p:spPr>
          <a:xfrm>
            <a:off x="2678918" y="935668"/>
            <a:ext cx="1329164" cy="179520"/>
          </a:xfrm>
          <a:prstGeom prst="rect">
            <a:avLst/>
          </a:prstGeom>
          <a:noFill/>
        </p:spPr>
        <p:txBody>
          <a:bodyPr wrap="square" lIns="18000" tIns="28800" rIns="18000" bIns="28800" rtlCol="0">
            <a:spAutoFit/>
          </a:bodyPr>
          <a:lstStyle/>
          <a:p>
            <a:pPr algn="l"/>
            <a:r>
              <a:rPr lang="en-US" sz="800" i="1" noProof="1">
                <a:latin typeface="Arial" panose="020B0604020202020204" pitchFamily="34" charset="0"/>
                <a:cs typeface="Arial" panose="020B0604020202020204" pitchFamily="34" charset="0"/>
              </a:rPr>
              <a:t>LLM chunking and scoring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4D079E05-F7BB-8491-3922-33B701DC777C}"/>
              </a:ext>
            </a:extLst>
          </p:cNvPr>
          <p:cNvSpPr txBox="1"/>
          <p:nvPr/>
        </p:nvSpPr>
        <p:spPr>
          <a:xfrm>
            <a:off x="3550300" y="1792946"/>
            <a:ext cx="630000" cy="301440"/>
          </a:xfrm>
          <a:prstGeom prst="rect">
            <a:avLst/>
          </a:prstGeom>
          <a:noFill/>
        </p:spPr>
        <p:txBody>
          <a:bodyPr wrap="square" lIns="0" tIns="28800" rIns="0" bIns="28800" rtlCol="0">
            <a:spAutoFit/>
          </a:bodyPr>
          <a:lstStyle/>
          <a:p>
            <a:pPr algn="ctr"/>
            <a:r>
              <a:rPr lang="en-US" sz="800" i="1" noProof="1">
                <a:latin typeface="Arial" panose="020B0604020202020204" pitchFamily="34" charset="0"/>
                <a:cs typeface="Arial" panose="020B0604020202020204" pitchFamily="34" charset="0"/>
              </a:rPr>
              <a:t>Statistical modeling</a:t>
            </a:r>
          </a:p>
        </p:txBody>
      </p:sp>
      <p:pic>
        <p:nvPicPr>
          <p:cNvPr id="30" name="Graphique 29" descr="Utilisateurs contour">
            <a:extLst>
              <a:ext uri="{FF2B5EF4-FFF2-40B4-BE49-F238E27FC236}">
                <a16:creationId xmlns:a16="http://schemas.microsoft.com/office/drawing/2014/main" id="{5FAE937F-D6DD-9050-D98B-E29FD01981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0990"/>
          <a:stretch>
            <a:fillRect/>
          </a:stretch>
        </p:blipFill>
        <p:spPr>
          <a:xfrm>
            <a:off x="1485000" y="3176343"/>
            <a:ext cx="576000" cy="454588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0E5CD13E-9DB8-3480-C292-71B7D48B02F3}"/>
              </a:ext>
            </a:extLst>
          </p:cNvPr>
          <p:cNvSpPr txBox="1"/>
          <p:nvPr/>
        </p:nvSpPr>
        <p:spPr>
          <a:xfrm>
            <a:off x="1826612" y="3042551"/>
            <a:ext cx="891844" cy="179520"/>
          </a:xfrm>
          <a:prstGeom prst="rect">
            <a:avLst/>
          </a:prstGeom>
          <a:noFill/>
        </p:spPr>
        <p:txBody>
          <a:bodyPr wrap="square" lIns="18000" tIns="28800" rIns="18000" bIns="28800" rtlCol="0">
            <a:spAutoFit/>
          </a:bodyPr>
          <a:lstStyle/>
          <a:p>
            <a:pPr algn="l"/>
            <a:r>
              <a:rPr lang="en-US" sz="800" i="1" noProof="1">
                <a:latin typeface="Arial" panose="020B0604020202020204" pitchFamily="34" charset="0"/>
                <a:cs typeface="Arial" panose="020B0604020202020204" pitchFamily="34" charset="0"/>
              </a:rPr>
              <a:t>Human validation</a:t>
            </a:r>
          </a:p>
        </p:txBody>
      </p: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1141D72A-3567-5A2A-E3B4-078B25D6D3BB}"/>
              </a:ext>
            </a:extLst>
          </p:cNvPr>
          <p:cNvCxnSpPr>
            <a:cxnSpLocks/>
          </p:cNvCxnSpPr>
          <p:nvPr/>
        </p:nvCxnSpPr>
        <p:spPr>
          <a:xfrm>
            <a:off x="1773000" y="1140118"/>
            <a:ext cx="0" cy="305910"/>
          </a:xfrm>
          <a:prstGeom prst="straightConnector1">
            <a:avLst/>
          </a:prstGeom>
          <a:ln w="12700" cap="flat">
            <a:round/>
            <a:tailEnd type="triangle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32D73B6C-B6A7-EDB0-F62F-C2D974F7E425}"/>
              </a:ext>
            </a:extLst>
          </p:cNvPr>
          <p:cNvCxnSpPr>
            <a:cxnSpLocks/>
          </p:cNvCxnSpPr>
          <p:nvPr/>
        </p:nvCxnSpPr>
        <p:spPr>
          <a:xfrm>
            <a:off x="3438000" y="2158231"/>
            <a:ext cx="854600" cy="0"/>
          </a:xfrm>
          <a:prstGeom prst="straightConnector1">
            <a:avLst/>
          </a:prstGeom>
          <a:ln w="12700" cap="flat">
            <a:round/>
            <a:tailEnd type="triangle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7" name="Image 46">
            <a:extLst>
              <a:ext uri="{FF2B5EF4-FFF2-40B4-BE49-F238E27FC236}">
                <a16:creationId xmlns:a16="http://schemas.microsoft.com/office/drawing/2014/main" id="{88167138-A370-A139-2EAD-3E2DA80030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707" t="10820" r="22487" b="5919"/>
          <a:stretch>
            <a:fillRect/>
          </a:stretch>
        </p:blipFill>
        <p:spPr>
          <a:xfrm>
            <a:off x="4337728" y="1341458"/>
            <a:ext cx="1711116" cy="1462844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8F08A791-F104-F386-B965-8497D2C52F23}"/>
              </a:ext>
            </a:extLst>
          </p:cNvPr>
          <p:cNvSpPr txBox="1"/>
          <p:nvPr/>
        </p:nvSpPr>
        <p:spPr>
          <a:xfrm>
            <a:off x="4211926" y="2858061"/>
            <a:ext cx="1962720" cy="179520"/>
          </a:xfrm>
          <a:prstGeom prst="rect">
            <a:avLst/>
          </a:prstGeom>
          <a:noFill/>
        </p:spPr>
        <p:txBody>
          <a:bodyPr wrap="square" lIns="0" tIns="28800" rIns="0" bIns="28800" rtlCol="0">
            <a:spAutoFit/>
          </a:bodyPr>
          <a:lstStyle/>
          <a:p>
            <a:pPr algn="ctr"/>
            <a:r>
              <a:rPr lang="en-US" sz="800" noProof="1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pic>
        <p:nvPicPr>
          <p:cNvPr id="3" name="Graphique 2" descr="Tête avec engrenages contour">
            <a:extLst>
              <a:ext uri="{FF2B5EF4-FFF2-40B4-BE49-F238E27FC236}">
                <a16:creationId xmlns:a16="http://schemas.microsoft.com/office/drawing/2014/main" id="{E53A4484-5447-C49E-5D35-1F0624B1E3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9518" y="-530893"/>
            <a:ext cx="720000" cy="720000"/>
          </a:xfrm>
          <a:prstGeom prst="rect">
            <a:avLst/>
          </a:prstGeom>
        </p:spPr>
      </p:pic>
      <p:grpSp>
        <p:nvGrpSpPr>
          <p:cNvPr id="11" name="Graphique 4" descr="Bulle de discussion contour">
            <a:extLst>
              <a:ext uri="{FF2B5EF4-FFF2-40B4-BE49-F238E27FC236}">
                <a16:creationId xmlns:a16="http://schemas.microsoft.com/office/drawing/2014/main" id="{FC6CA8EE-A8FE-8E08-888D-97B2A2A5178D}"/>
              </a:ext>
            </a:extLst>
          </p:cNvPr>
          <p:cNvGrpSpPr/>
          <p:nvPr/>
        </p:nvGrpSpPr>
        <p:grpSpPr>
          <a:xfrm flipH="1">
            <a:off x="1805967" y="-269292"/>
            <a:ext cx="198000" cy="174397"/>
            <a:chOff x="2225213" y="2602981"/>
            <a:chExt cx="542632" cy="477678"/>
          </a:xfrm>
          <a:solidFill>
            <a:srgbClr val="000000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53D4E923-A660-C93C-8084-90F42C729E55}"/>
                </a:ext>
              </a:extLst>
            </p:cNvPr>
            <p:cNvSpPr/>
            <p:nvPr/>
          </p:nvSpPr>
          <p:spPr>
            <a:xfrm>
              <a:off x="2225213" y="2602981"/>
              <a:ext cx="542632" cy="477678"/>
            </a:xfrm>
            <a:custGeom>
              <a:avLst/>
              <a:gdLst>
                <a:gd name="csX0" fmla="*/ 496364 w 527386"/>
                <a:gd name="csY0" fmla="*/ 15511 h 480852"/>
                <a:gd name="csX1" fmla="*/ 511875 w 527386"/>
                <a:gd name="csY1" fmla="*/ 31023 h 480852"/>
                <a:gd name="csX2" fmla="*/ 511875 w 527386"/>
                <a:gd name="csY2" fmla="*/ 341250 h 480852"/>
                <a:gd name="csX3" fmla="*/ 496364 w 527386"/>
                <a:gd name="csY3" fmla="*/ 356762 h 480852"/>
                <a:gd name="csX4" fmla="*/ 403296 w 527386"/>
                <a:gd name="csY4" fmla="*/ 356762 h 480852"/>
                <a:gd name="csX5" fmla="*/ 403296 w 527386"/>
                <a:gd name="csY5" fmla="*/ 443408 h 480852"/>
                <a:gd name="csX6" fmla="*/ 325072 w 527386"/>
                <a:gd name="csY6" fmla="*/ 365184 h 480852"/>
                <a:gd name="csX7" fmla="*/ 320527 w 527386"/>
                <a:gd name="csY7" fmla="*/ 360639 h 480852"/>
                <a:gd name="csX8" fmla="*/ 31023 w 527386"/>
                <a:gd name="csY8" fmla="*/ 360639 h 480852"/>
                <a:gd name="csX9" fmla="*/ 15511 w 527386"/>
                <a:gd name="csY9" fmla="*/ 345128 h 480852"/>
                <a:gd name="csX10" fmla="*/ 15511 w 527386"/>
                <a:gd name="csY10" fmla="*/ 31023 h 480852"/>
                <a:gd name="csX11" fmla="*/ 31023 w 527386"/>
                <a:gd name="csY11" fmla="*/ 15511 h 480852"/>
                <a:gd name="csX12" fmla="*/ 496364 w 527386"/>
                <a:gd name="csY12" fmla="*/ 15511 h 480852"/>
                <a:gd name="csX13" fmla="*/ 496364 w 527386"/>
                <a:gd name="csY13" fmla="*/ 0 h 480852"/>
                <a:gd name="csX14" fmla="*/ 31023 w 527386"/>
                <a:gd name="csY14" fmla="*/ 0 h 480852"/>
                <a:gd name="csX15" fmla="*/ 0 w 527386"/>
                <a:gd name="csY15" fmla="*/ 31023 h 480852"/>
                <a:gd name="csX16" fmla="*/ 0 w 527386"/>
                <a:gd name="csY16" fmla="*/ 345128 h 480852"/>
                <a:gd name="csX17" fmla="*/ 31023 w 527386"/>
                <a:gd name="csY17" fmla="*/ 376151 h 480852"/>
                <a:gd name="csX18" fmla="*/ 314105 w 527386"/>
                <a:gd name="csY18" fmla="*/ 376151 h 480852"/>
                <a:gd name="csX19" fmla="*/ 418807 w 527386"/>
                <a:gd name="csY19" fmla="*/ 480853 h 480852"/>
                <a:gd name="csX20" fmla="*/ 418807 w 527386"/>
                <a:gd name="csY20" fmla="*/ 372273 h 480852"/>
                <a:gd name="csX21" fmla="*/ 496364 w 527386"/>
                <a:gd name="csY21" fmla="*/ 372273 h 480852"/>
                <a:gd name="csX22" fmla="*/ 527387 w 527386"/>
                <a:gd name="csY22" fmla="*/ 341250 h 480852"/>
                <a:gd name="csX23" fmla="*/ 527387 w 527386"/>
                <a:gd name="csY23" fmla="*/ 31023 h 480852"/>
                <a:gd name="csX24" fmla="*/ 496364 w 527386"/>
                <a:gd name="csY24" fmla="*/ 0 h 480852"/>
                <a:gd name="csX0" fmla="*/ 496364 w 527387"/>
                <a:gd name="csY0" fmla="*/ 15511 h 468153"/>
                <a:gd name="csX1" fmla="*/ 511875 w 527387"/>
                <a:gd name="csY1" fmla="*/ 31023 h 468153"/>
                <a:gd name="csX2" fmla="*/ 511875 w 527387"/>
                <a:gd name="csY2" fmla="*/ 341250 h 468153"/>
                <a:gd name="csX3" fmla="*/ 496364 w 527387"/>
                <a:gd name="csY3" fmla="*/ 356762 h 468153"/>
                <a:gd name="csX4" fmla="*/ 403296 w 527387"/>
                <a:gd name="csY4" fmla="*/ 356762 h 468153"/>
                <a:gd name="csX5" fmla="*/ 403296 w 527387"/>
                <a:gd name="csY5" fmla="*/ 443408 h 468153"/>
                <a:gd name="csX6" fmla="*/ 325072 w 527387"/>
                <a:gd name="csY6" fmla="*/ 365184 h 468153"/>
                <a:gd name="csX7" fmla="*/ 320527 w 527387"/>
                <a:gd name="csY7" fmla="*/ 360639 h 468153"/>
                <a:gd name="csX8" fmla="*/ 31023 w 527387"/>
                <a:gd name="csY8" fmla="*/ 360639 h 468153"/>
                <a:gd name="csX9" fmla="*/ 15511 w 527387"/>
                <a:gd name="csY9" fmla="*/ 345128 h 468153"/>
                <a:gd name="csX10" fmla="*/ 15511 w 527387"/>
                <a:gd name="csY10" fmla="*/ 31023 h 468153"/>
                <a:gd name="csX11" fmla="*/ 31023 w 527387"/>
                <a:gd name="csY11" fmla="*/ 15511 h 468153"/>
                <a:gd name="csX12" fmla="*/ 496364 w 527387"/>
                <a:gd name="csY12" fmla="*/ 15511 h 468153"/>
                <a:gd name="csX13" fmla="*/ 496364 w 527387"/>
                <a:gd name="csY13" fmla="*/ 0 h 468153"/>
                <a:gd name="csX14" fmla="*/ 31023 w 527387"/>
                <a:gd name="csY14" fmla="*/ 0 h 468153"/>
                <a:gd name="csX15" fmla="*/ 0 w 527387"/>
                <a:gd name="csY15" fmla="*/ 31023 h 468153"/>
                <a:gd name="csX16" fmla="*/ 0 w 527387"/>
                <a:gd name="csY16" fmla="*/ 345128 h 468153"/>
                <a:gd name="csX17" fmla="*/ 31023 w 527387"/>
                <a:gd name="csY17" fmla="*/ 376151 h 468153"/>
                <a:gd name="csX18" fmla="*/ 314105 w 527387"/>
                <a:gd name="csY18" fmla="*/ 376151 h 468153"/>
                <a:gd name="csX19" fmla="*/ 418807 w 527387"/>
                <a:gd name="csY19" fmla="*/ 468153 h 468153"/>
                <a:gd name="csX20" fmla="*/ 418807 w 527387"/>
                <a:gd name="csY20" fmla="*/ 372273 h 468153"/>
                <a:gd name="csX21" fmla="*/ 496364 w 527387"/>
                <a:gd name="csY21" fmla="*/ 372273 h 468153"/>
                <a:gd name="csX22" fmla="*/ 527387 w 527387"/>
                <a:gd name="csY22" fmla="*/ 341250 h 468153"/>
                <a:gd name="csX23" fmla="*/ 527387 w 527387"/>
                <a:gd name="csY23" fmla="*/ 31023 h 468153"/>
                <a:gd name="csX24" fmla="*/ 496364 w 527387"/>
                <a:gd name="csY24" fmla="*/ 0 h 468153"/>
                <a:gd name="csX0" fmla="*/ 496364 w 596607"/>
                <a:gd name="csY0" fmla="*/ 15511 h 671353"/>
                <a:gd name="csX1" fmla="*/ 511875 w 596607"/>
                <a:gd name="csY1" fmla="*/ 31023 h 671353"/>
                <a:gd name="csX2" fmla="*/ 511875 w 596607"/>
                <a:gd name="csY2" fmla="*/ 341250 h 671353"/>
                <a:gd name="csX3" fmla="*/ 496364 w 596607"/>
                <a:gd name="csY3" fmla="*/ 356762 h 671353"/>
                <a:gd name="csX4" fmla="*/ 403296 w 596607"/>
                <a:gd name="csY4" fmla="*/ 356762 h 671353"/>
                <a:gd name="csX5" fmla="*/ 403296 w 596607"/>
                <a:gd name="csY5" fmla="*/ 443408 h 671353"/>
                <a:gd name="csX6" fmla="*/ 325072 w 596607"/>
                <a:gd name="csY6" fmla="*/ 365184 h 671353"/>
                <a:gd name="csX7" fmla="*/ 320527 w 596607"/>
                <a:gd name="csY7" fmla="*/ 360639 h 671353"/>
                <a:gd name="csX8" fmla="*/ 31023 w 596607"/>
                <a:gd name="csY8" fmla="*/ 360639 h 671353"/>
                <a:gd name="csX9" fmla="*/ 15511 w 596607"/>
                <a:gd name="csY9" fmla="*/ 345128 h 671353"/>
                <a:gd name="csX10" fmla="*/ 15511 w 596607"/>
                <a:gd name="csY10" fmla="*/ 31023 h 671353"/>
                <a:gd name="csX11" fmla="*/ 31023 w 596607"/>
                <a:gd name="csY11" fmla="*/ 15511 h 671353"/>
                <a:gd name="csX12" fmla="*/ 496364 w 596607"/>
                <a:gd name="csY12" fmla="*/ 15511 h 671353"/>
                <a:gd name="csX13" fmla="*/ 496364 w 596607"/>
                <a:gd name="csY13" fmla="*/ 0 h 671353"/>
                <a:gd name="csX14" fmla="*/ 31023 w 596607"/>
                <a:gd name="csY14" fmla="*/ 0 h 671353"/>
                <a:gd name="csX15" fmla="*/ 0 w 596607"/>
                <a:gd name="csY15" fmla="*/ 31023 h 671353"/>
                <a:gd name="csX16" fmla="*/ 0 w 596607"/>
                <a:gd name="csY16" fmla="*/ 345128 h 671353"/>
                <a:gd name="csX17" fmla="*/ 31023 w 596607"/>
                <a:gd name="csY17" fmla="*/ 376151 h 671353"/>
                <a:gd name="csX18" fmla="*/ 314105 w 596607"/>
                <a:gd name="csY18" fmla="*/ 376151 h 671353"/>
                <a:gd name="csX19" fmla="*/ 596607 w 596607"/>
                <a:gd name="csY19" fmla="*/ 671353 h 671353"/>
                <a:gd name="csX20" fmla="*/ 418807 w 596607"/>
                <a:gd name="csY20" fmla="*/ 372273 h 671353"/>
                <a:gd name="csX21" fmla="*/ 496364 w 596607"/>
                <a:gd name="csY21" fmla="*/ 372273 h 671353"/>
                <a:gd name="csX22" fmla="*/ 527387 w 596607"/>
                <a:gd name="csY22" fmla="*/ 341250 h 671353"/>
                <a:gd name="csX23" fmla="*/ 527387 w 596607"/>
                <a:gd name="csY23" fmla="*/ 31023 h 671353"/>
                <a:gd name="csX24" fmla="*/ 496364 w 596607"/>
                <a:gd name="csY24" fmla="*/ 0 h 671353"/>
                <a:gd name="csX0" fmla="*/ 496364 w 600146"/>
                <a:gd name="csY0" fmla="*/ 15511 h 675183"/>
                <a:gd name="csX1" fmla="*/ 511875 w 600146"/>
                <a:gd name="csY1" fmla="*/ 31023 h 675183"/>
                <a:gd name="csX2" fmla="*/ 511875 w 600146"/>
                <a:gd name="csY2" fmla="*/ 341250 h 675183"/>
                <a:gd name="csX3" fmla="*/ 496364 w 600146"/>
                <a:gd name="csY3" fmla="*/ 356762 h 675183"/>
                <a:gd name="csX4" fmla="*/ 403296 w 600146"/>
                <a:gd name="csY4" fmla="*/ 356762 h 675183"/>
                <a:gd name="csX5" fmla="*/ 600146 w 600146"/>
                <a:gd name="csY5" fmla="*/ 675183 h 675183"/>
                <a:gd name="csX6" fmla="*/ 325072 w 600146"/>
                <a:gd name="csY6" fmla="*/ 365184 h 675183"/>
                <a:gd name="csX7" fmla="*/ 320527 w 600146"/>
                <a:gd name="csY7" fmla="*/ 360639 h 675183"/>
                <a:gd name="csX8" fmla="*/ 31023 w 600146"/>
                <a:gd name="csY8" fmla="*/ 360639 h 675183"/>
                <a:gd name="csX9" fmla="*/ 15511 w 600146"/>
                <a:gd name="csY9" fmla="*/ 345128 h 675183"/>
                <a:gd name="csX10" fmla="*/ 15511 w 600146"/>
                <a:gd name="csY10" fmla="*/ 31023 h 675183"/>
                <a:gd name="csX11" fmla="*/ 31023 w 600146"/>
                <a:gd name="csY11" fmla="*/ 15511 h 675183"/>
                <a:gd name="csX12" fmla="*/ 496364 w 600146"/>
                <a:gd name="csY12" fmla="*/ 15511 h 675183"/>
                <a:gd name="csX13" fmla="*/ 496364 w 600146"/>
                <a:gd name="csY13" fmla="*/ 0 h 675183"/>
                <a:gd name="csX14" fmla="*/ 31023 w 600146"/>
                <a:gd name="csY14" fmla="*/ 0 h 675183"/>
                <a:gd name="csX15" fmla="*/ 0 w 600146"/>
                <a:gd name="csY15" fmla="*/ 31023 h 675183"/>
                <a:gd name="csX16" fmla="*/ 0 w 600146"/>
                <a:gd name="csY16" fmla="*/ 345128 h 675183"/>
                <a:gd name="csX17" fmla="*/ 31023 w 600146"/>
                <a:gd name="csY17" fmla="*/ 376151 h 675183"/>
                <a:gd name="csX18" fmla="*/ 314105 w 600146"/>
                <a:gd name="csY18" fmla="*/ 376151 h 675183"/>
                <a:gd name="csX19" fmla="*/ 596607 w 600146"/>
                <a:gd name="csY19" fmla="*/ 671353 h 675183"/>
                <a:gd name="csX20" fmla="*/ 418807 w 600146"/>
                <a:gd name="csY20" fmla="*/ 372273 h 675183"/>
                <a:gd name="csX21" fmla="*/ 496364 w 600146"/>
                <a:gd name="csY21" fmla="*/ 372273 h 675183"/>
                <a:gd name="csX22" fmla="*/ 527387 w 600146"/>
                <a:gd name="csY22" fmla="*/ 341250 h 675183"/>
                <a:gd name="csX23" fmla="*/ 527387 w 600146"/>
                <a:gd name="csY23" fmla="*/ 31023 h 675183"/>
                <a:gd name="csX24" fmla="*/ 496364 w 600146"/>
                <a:gd name="csY24" fmla="*/ 0 h 675183"/>
                <a:gd name="csX0" fmla="*/ 496364 w 600146"/>
                <a:gd name="csY0" fmla="*/ 15511 h 675183"/>
                <a:gd name="csX1" fmla="*/ 511875 w 600146"/>
                <a:gd name="csY1" fmla="*/ 31023 h 675183"/>
                <a:gd name="csX2" fmla="*/ 511875 w 600146"/>
                <a:gd name="csY2" fmla="*/ 341250 h 675183"/>
                <a:gd name="csX3" fmla="*/ 496364 w 600146"/>
                <a:gd name="csY3" fmla="*/ 356762 h 675183"/>
                <a:gd name="csX4" fmla="*/ 403296 w 600146"/>
                <a:gd name="csY4" fmla="*/ 356762 h 675183"/>
                <a:gd name="csX5" fmla="*/ 600146 w 600146"/>
                <a:gd name="csY5" fmla="*/ 675183 h 675183"/>
                <a:gd name="csX6" fmla="*/ 325072 w 600146"/>
                <a:gd name="csY6" fmla="*/ 365184 h 675183"/>
                <a:gd name="csX7" fmla="*/ 320527 w 600146"/>
                <a:gd name="csY7" fmla="*/ 360639 h 675183"/>
                <a:gd name="csX8" fmla="*/ 31023 w 600146"/>
                <a:gd name="csY8" fmla="*/ 360639 h 675183"/>
                <a:gd name="csX9" fmla="*/ 15511 w 600146"/>
                <a:gd name="csY9" fmla="*/ 345128 h 675183"/>
                <a:gd name="csX10" fmla="*/ 15511 w 600146"/>
                <a:gd name="csY10" fmla="*/ 31023 h 675183"/>
                <a:gd name="csX11" fmla="*/ 31023 w 600146"/>
                <a:gd name="csY11" fmla="*/ 15511 h 675183"/>
                <a:gd name="csX12" fmla="*/ 496364 w 600146"/>
                <a:gd name="csY12" fmla="*/ 15511 h 675183"/>
                <a:gd name="csX13" fmla="*/ 496364 w 600146"/>
                <a:gd name="csY13" fmla="*/ 0 h 675183"/>
                <a:gd name="csX14" fmla="*/ 31023 w 600146"/>
                <a:gd name="csY14" fmla="*/ 0 h 675183"/>
                <a:gd name="csX15" fmla="*/ 0 w 600146"/>
                <a:gd name="csY15" fmla="*/ 31023 h 675183"/>
                <a:gd name="csX16" fmla="*/ 0 w 600146"/>
                <a:gd name="csY16" fmla="*/ 345128 h 675183"/>
                <a:gd name="csX17" fmla="*/ 31023 w 600146"/>
                <a:gd name="csY17" fmla="*/ 376151 h 675183"/>
                <a:gd name="csX18" fmla="*/ 314105 w 600146"/>
                <a:gd name="csY18" fmla="*/ 376151 h 675183"/>
                <a:gd name="csX19" fmla="*/ 504532 w 600146"/>
                <a:gd name="csY19" fmla="*/ 534828 h 675183"/>
                <a:gd name="csX20" fmla="*/ 418807 w 600146"/>
                <a:gd name="csY20" fmla="*/ 372273 h 675183"/>
                <a:gd name="csX21" fmla="*/ 496364 w 600146"/>
                <a:gd name="csY21" fmla="*/ 372273 h 675183"/>
                <a:gd name="csX22" fmla="*/ 527387 w 600146"/>
                <a:gd name="csY22" fmla="*/ 341250 h 675183"/>
                <a:gd name="csX23" fmla="*/ 527387 w 600146"/>
                <a:gd name="csY23" fmla="*/ 31023 h 675183"/>
                <a:gd name="csX24" fmla="*/ 496364 w 600146"/>
                <a:gd name="csY24" fmla="*/ 0 h 675183"/>
                <a:gd name="csX0" fmla="*/ 496364 w 527387"/>
                <a:gd name="csY0" fmla="*/ 15511 h 534828"/>
                <a:gd name="csX1" fmla="*/ 511875 w 527387"/>
                <a:gd name="csY1" fmla="*/ 31023 h 534828"/>
                <a:gd name="csX2" fmla="*/ 511875 w 527387"/>
                <a:gd name="csY2" fmla="*/ 341250 h 534828"/>
                <a:gd name="csX3" fmla="*/ 496364 w 527387"/>
                <a:gd name="csY3" fmla="*/ 356762 h 534828"/>
                <a:gd name="csX4" fmla="*/ 403296 w 527387"/>
                <a:gd name="csY4" fmla="*/ 356762 h 534828"/>
                <a:gd name="csX5" fmla="*/ 492196 w 527387"/>
                <a:gd name="csY5" fmla="*/ 522783 h 534828"/>
                <a:gd name="csX6" fmla="*/ 325072 w 527387"/>
                <a:gd name="csY6" fmla="*/ 365184 h 534828"/>
                <a:gd name="csX7" fmla="*/ 320527 w 527387"/>
                <a:gd name="csY7" fmla="*/ 360639 h 534828"/>
                <a:gd name="csX8" fmla="*/ 31023 w 527387"/>
                <a:gd name="csY8" fmla="*/ 360639 h 534828"/>
                <a:gd name="csX9" fmla="*/ 15511 w 527387"/>
                <a:gd name="csY9" fmla="*/ 345128 h 534828"/>
                <a:gd name="csX10" fmla="*/ 15511 w 527387"/>
                <a:gd name="csY10" fmla="*/ 31023 h 534828"/>
                <a:gd name="csX11" fmla="*/ 31023 w 527387"/>
                <a:gd name="csY11" fmla="*/ 15511 h 534828"/>
                <a:gd name="csX12" fmla="*/ 496364 w 527387"/>
                <a:gd name="csY12" fmla="*/ 15511 h 534828"/>
                <a:gd name="csX13" fmla="*/ 496364 w 527387"/>
                <a:gd name="csY13" fmla="*/ 0 h 534828"/>
                <a:gd name="csX14" fmla="*/ 31023 w 527387"/>
                <a:gd name="csY14" fmla="*/ 0 h 534828"/>
                <a:gd name="csX15" fmla="*/ 0 w 527387"/>
                <a:gd name="csY15" fmla="*/ 31023 h 534828"/>
                <a:gd name="csX16" fmla="*/ 0 w 527387"/>
                <a:gd name="csY16" fmla="*/ 345128 h 534828"/>
                <a:gd name="csX17" fmla="*/ 31023 w 527387"/>
                <a:gd name="csY17" fmla="*/ 376151 h 534828"/>
                <a:gd name="csX18" fmla="*/ 314105 w 527387"/>
                <a:gd name="csY18" fmla="*/ 376151 h 534828"/>
                <a:gd name="csX19" fmla="*/ 504532 w 527387"/>
                <a:gd name="csY19" fmla="*/ 534828 h 534828"/>
                <a:gd name="csX20" fmla="*/ 418807 w 527387"/>
                <a:gd name="csY20" fmla="*/ 372273 h 534828"/>
                <a:gd name="csX21" fmla="*/ 496364 w 527387"/>
                <a:gd name="csY21" fmla="*/ 372273 h 534828"/>
                <a:gd name="csX22" fmla="*/ 527387 w 527387"/>
                <a:gd name="csY22" fmla="*/ 341250 h 534828"/>
                <a:gd name="csX23" fmla="*/ 527387 w 527387"/>
                <a:gd name="csY23" fmla="*/ 31023 h 534828"/>
                <a:gd name="csX24" fmla="*/ 496364 w 527387"/>
                <a:gd name="csY24" fmla="*/ 0 h 534828"/>
                <a:gd name="csX0" fmla="*/ 496364 w 602957"/>
                <a:gd name="csY0" fmla="*/ 15511 h 544353"/>
                <a:gd name="csX1" fmla="*/ 511875 w 602957"/>
                <a:gd name="csY1" fmla="*/ 31023 h 544353"/>
                <a:gd name="csX2" fmla="*/ 511875 w 602957"/>
                <a:gd name="csY2" fmla="*/ 341250 h 544353"/>
                <a:gd name="csX3" fmla="*/ 496364 w 602957"/>
                <a:gd name="csY3" fmla="*/ 356762 h 544353"/>
                <a:gd name="csX4" fmla="*/ 403296 w 602957"/>
                <a:gd name="csY4" fmla="*/ 356762 h 544353"/>
                <a:gd name="csX5" fmla="*/ 492196 w 602957"/>
                <a:gd name="csY5" fmla="*/ 522783 h 544353"/>
                <a:gd name="csX6" fmla="*/ 325072 w 602957"/>
                <a:gd name="csY6" fmla="*/ 365184 h 544353"/>
                <a:gd name="csX7" fmla="*/ 320527 w 602957"/>
                <a:gd name="csY7" fmla="*/ 360639 h 544353"/>
                <a:gd name="csX8" fmla="*/ 31023 w 602957"/>
                <a:gd name="csY8" fmla="*/ 360639 h 544353"/>
                <a:gd name="csX9" fmla="*/ 15511 w 602957"/>
                <a:gd name="csY9" fmla="*/ 345128 h 544353"/>
                <a:gd name="csX10" fmla="*/ 15511 w 602957"/>
                <a:gd name="csY10" fmla="*/ 31023 h 544353"/>
                <a:gd name="csX11" fmla="*/ 31023 w 602957"/>
                <a:gd name="csY11" fmla="*/ 15511 h 544353"/>
                <a:gd name="csX12" fmla="*/ 496364 w 602957"/>
                <a:gd name="csY12" fmla="*/ 15511 h 544353"/>
                <a:gd name="csX13" fmla="*/ 496364 w 602957"/>
                <a:gd name="csY13" fmla="*/ 0 h 544353"/>
                <a:gd name="csX14" fmla="*/ 31023 w 602957"/>
                <a:gd name="csY14" fmla="*/ 0 h 544353"/>
                <a:gd name="csX15" fmla="*/ 0 w 602957"/>
                <a:gd name="csY15" fmla="*/ 31023 h 544353"/>
                <a:gd name="csX16" fmla="*/ 0 w 602957"/>
                <a:gd name="csY16" fmla="*/ 345128 h 544353"/>
                <a:gd name="csX17" fmla="*/ 31023 w 602957"/>
                <a:gd name="csY17" fmla="*/ 376151 h 544353"/>
                <a:gd name="csX18" fmla="*/ 314105 w 602957"/>
                <a:gd name="csY18" fmla="*/ 376151 h 544353"/>
                <a:gd name="csX19" fmla="*/ 602957 w 602957"/>
                <a:gd name="csY19" fmla="*/ 544353 h 544353"/>
                <a:gd name="csX20" fmla="*/ 418807 w 602957"/>
                <a:gd name="csY20" fmla="*/ 372273 h 544353"/>
                <a:gd name="csX21" fmla="*/ 496364 w 602957"/>
                <a:gd name="csY21" fmla="*/ 372273 h 544353"/>
                <a:gd name="csX22" fmla="*/ 527387 w 602957"/>
                <a:gd name="csY22" fmla="*/ 341250 h 544353"/>
                <a:gd name="csX23" fmla="*/ 527387 w 602957"/>
                <a:gd name="csY23" fmla="*/ 31023 h 544353"/>
                <a:gd name="csX24" fmla="*/ 496364 w 602957"/>
                <a:gd name="csY24" fmla="*/ 0 h 544353"/>
                <a:gd name="csX0" fmla="*/ 496364 w 602957"/>
                <a:gd name="csY0" fmla="*/ 15511 h 544353"/>
                <a:gd name="csX1" fmla="*/ 511875 w 602957"/>
                <a:gd name="csY1" fmla="*/ 31023 h 544353"/>
                <a:gd name="csX2" fmla="*/ 511875 w 602957"/>
                <a:gd name="csY2" fmla="*/ 341250 h 544353"/>
                <a:gd name="csX3" fmla="*/ 496364 w 602957"/>
                <a:gd name="csY3" fmla="*/ 356762 h 544353"/>
                <a:gd name="csX4" fmla="*/ 403296 w 602957"/>
                <a:gd name="csY4" fmla="*/ 356762 h 544353"/>
                <a:gd name="csX5" fmla="*/ 492196 w 602957"/>
                <a:gd name="csY5" fmla="*/ 522783 h 544353"/>
                <a:gd name="csX6" fmla="*/ 325072 w 602957"/>
                <a:gd name="csY6" fmla="*/ 365184 h 544353"/>
                <a:gd name="csX7" fmla="*/ 320527 w 602957"/>
                <a:gd name="csY7" fmla="*/ 360639 h 544353"/>
                <a:gd name="csX8" fmla="*/ 31023 w 602957"/>
                <a:gd name="csY8" fmla="*/ 360639 h 544353"/>
                <a:gd name="csX9" fmla="*/ 15511 w 602957"/>
                <a:gd name="csY9" fmla="*/ 345128 h 544353"/>
                <a:gd name="csX10" fmla="*/ 15511 w 602957"/>
                <a:gd name="csY10" fmla="*/ 31023 h 544353"/>
                <a:gd name="csX11" fmla="*/ 31023 w 602957"/>
                <a:gd name="csY11" fmla="*/ 15511 h 544353"/>
                <a:gd name="csX12" fmla="*/ 496364 w 602957"/>
                <a:gd name="csY12" fmla="*/ 15511 h 544353"/>
                <a:gd name="csX13" fmla="*/ 496364 w 602957"/>
                <a:gd name="csY13" fmla="*/ 0 h 544353"/>
                <a:gd name="csX14" fmla="*/ 31023 w 602957"/>
                <a:gd name="csY14" fmla="*/ 0 h 544353"/>
                <a:gd name="csX15" fmla="*/ 0 w 602957"/>
                <a:gd name="csY15" fmla="*/ 31023 h 544353"/>
                <a:gd name="csX16" fmla="*/ 0 w 602957"/>
                <a:gd name="csY16" fmla="*/ 345128 h 544353"/>
                <a:gd name="csX17" fmla="*/ 31023 w 602957"/>
                <a:gd name="csY17" fmla="*/ 376151 h 544353"/>
                <a:gd name="csX18" fmla="*/ 314105 w 602957"/>
                <a:gd name="csY18" fmla="*/ 376151 h 544353"/>
                <a:gd name="csX19" fmla="*/ 602957 w 602957"/>
                <a:gd name="csY19" fmla="*/ 544353 h 544353"/>
                <a:gd name="csX20" fmla="*/ 418807 w 602957"/>
                <a:gd name="csY20" fmla="*/ 372273 h 544353"/>
                <a:gd name="csX21" fmla="*/ 496364 w 602957"/>
                <a:gd name="csY21" fmla="*/ 372273 h 544353"/>
                <a:gd name="csX22" fmla="*/ 527387 w 602957"/>
                <a:gd name="csY22" fmla="*/ 341250 h 544353"/>
                <a:gd name="csX23" fmla="*/ 527387 w 602957"/>
                <a:gd name="csY23" fmla="*/ 31023 h 544353"/>
                <a:gd name="csX24" fmla="*/ 496364 w 602957"/>
                <a:gd name="csY24" fmla="*/ 0 h 544353"/>
                <a:gd name="csX0" fmla="*/ 496364 w 602957"/>
                <a:gd name="csY0" fmla="*/ 15511 h 544353"/>
                <a:gd name="csX1" fmla="*/ 511875 w 602957"/>
                <a:gd name="csY1" fmla="*/ 31023 h 544353"/>
                <a:gd name="csX2" fmla="*/ 511875 w 602957"/>
                <a:gd name="csY2" fmla="*/ 341250 h 544353"/>
                <a:gd name="csX3" fmla="*/ 496364 w 602957"/>
                <a:gd name="csY3" fmla="*/ 356762 h 544353"/>
                <a:gd name="csX4" fmla="*/ 403296 w 602957"/>
                <a:gd name="csY4" fmla="*/ 356762 h 544353"/>
                <a:gd name="csX5" fmla="*/ 574746 w 602957"/>
                <a:gd name="csY5" fmla="*/ 529133 h 544353"/>
                <a:gd name="csX6" fmla="*/ 325072 w 602957"/>
                <a:gd name="csY6" fmla="*/ 365184 h 544353"/>
                <a:gd name="csX7" fmla="*/ 320527 w 602957"/>
                <a:gd name="csY7" fmla="*/ 360639 h 544353"/>
                <a:gd name="csX8" fmla="*/ 31023 w 602957"/>
                <a:gd name="csY8" fmla="*/ 360639 h 544353"/>
                <a:gd name="csX9" fmla="*/ 15511 w 602957"/>
                <a:gd name="csY9" fmla="*/ 345128 h 544353"/>
                <a:gd name="csX10" fmla="*/ 15511 w 602957"/>
                <a:gd name="csY10" fmla="*/ 31023 h 544353"/>
                <a:gd name="csX11" fmla="*/ 31023 w 602957"/>
                <a:gd name="csY11" fmla="*/ 15511 h 544353"/>
                <a:gd name="csX12" fmla="*/ 496364 w 602957"/>
                <a:gd name="csY12" fmla="*/ 15511 h 544353"/>
                <a:gd name="csX13" fmla="*/ 496364 w 602957"/>
                <a:gd name="csY13" fmla="*/ 0 h 544353"/>
                <a:gd name="csX14" fmla="*/ 31023 w 602957"/>
                <a:gd name="csY14" fmla="*/ 0 h 544353"/>
                <a:gd name="csX15" fmla="*/ 0 w 602957"/>
                <a:gd name="csY15" fmla="*/ 31023 h 544353"/>
                <a:gd name="csX16" fmla="*/ 0 w 602957"/>
                <a:gd name="csY16" fmla="*/ 345128 h 544353"/>
                <a:gd name="csX17" fmla="*/ 31023 w 602957"/>
                <a:gd name="csY17" fmla="*/ 376151 h 544353"/>
                <a:gd name="csX18" fmla="*/ 314105 w 602957"/>
                <a:gd name="csY18" fmla="*/ 376151 h 544353"/>
                <a:gd name="csX19" fmla="*/ 602957 w 602957"/>
                <a:gd name="csY19" fmla="*/ 544353 h 544353"/>
                <a:gd name="csX20" fmla="*/ 418807 w 602957"/>
                <a:gd name="csY20" fmla="*/ 372273 h 544353"/>
                <a:gd name="csX21" fmla="*/ 496364 w 602957"/>
                <a:gd name="csY21" fmla="*/ 372273 h 544353"/>
                <a:gd name="csX22" fmla="*/ 527387 w 602957"/>
                <a:gd name="csY22" fmla="*/ 341250 h 544353"/>
                <a:gd name="csX23" fmla="*/ 527387 w 602957"/>
                <a:gd name="csY23" fmla="*/ 31023 h 544353"/>
                <a:gd name="csX24" fmla="*/ 496364 w 602957"/>
                <a:gd name="csY24" fmla="*/ 0 h 544353"/>
                <a:gd name="csX0" fmla="*/ 496364 w 574746"/>
                <a:gd name="csY0" fmla="*/ 15511 h 529133"/>
                <a:gd name="csX1" fmla="*/ 511875 w 574746"/>
                <a:gd name="csY1" fmla="*/ 31023 h 529133"/>
                <a:gd name="csX2" fmla="*/ 511875 w 574746"/>
                <a:gd name="csY2" fmla="*/ 341250 h 529133"/>
                <a:gd name="csX3" fmla="*/ 496364 w 574746"/>
                <a:gd name="csY3" fmla="*/ 356762 h 529133"/>
                <a:gd name="csX4" fmla="*/ 403296 w 574746"/>
                <a:gd name="csY4" fmla="*/ 356762 h 529133"/>
                <a:gd name="csX5" fmla="*/ 574746 w 574746"/>
                <a:gd name="csY5" fmla="*/ 529133 h 529133"/>
                <a:gd name="csX6" fmla="*/ 325072 w 574746"/>
                <a:gd name="csY6" fmla="*/ 365184 h 529133"/>
                <a:gd name="csX7" fmla="*/ 320527 w 574746"/>
                <a:gd name="csY7" fmla="*/ 360639 h 529133"/>
                <a:gd name="csX8" fmla="*/ 31023 w 574746"/>
                <a:gd name="csY8" fmla="*/ 360639 h 529133"/>
                <a:gd name="csX9" fmla="*/ 15511 w 574746"/>
                <a:gd name="csY9" fmla="*/ 345128 h 529133"/>
                <a:gd name="csX10" fmla="*/ 15511 w 574746"/>
                <a:gd name="csY10" fmla="*/ 31023 h 529133"/>
                <a:gd name="csX11" fmla="*/ 31023 w 574746"/>
                <a:gd name="csY11" fmla="*/ 15511 h 529133"/>
                <a:gd name="csX12" fmla="*/ 496364 w 574746"/>
                <a:gd name="csY12" fmla="*/ 15511 h 529133"/>
                <a:gd name="csX13" fmla="*/ 496364 w 574746"/>
                <a:gd name="csY13" fmla="*/ 0 h 529133"/>
                <a:gd name="csX14" fmla="*/ 31023 w 574746"/>
                <a:gd name="csY14" fmla="*/ 0 h 529133"/>
                <a:gd name="csX15" fmla="*/ 0 w 574746"/>
                <a:gd name="csY15" fmla="*/ 31023 h 529133"/>
                <a:gd name="csX16" fmla="*/ 0 w 574746"/>
                <a:gd name="csY16" fmla="*/ 345128 h 529133"/>
                <a:gd name="csX17" fmla="*/ 31023 w 574746"/>
                <a:gd name="csY17" fmla="*/ 376151 h 529133"/>
                <a:gd name="csX18" fmla="*/ 314105 w 574746"/>
                <a:gd name="csY18" fmla="*/ 376151 h 529133"/>
                <a:gd name="csX19" fmla="*/ 555332 w 574746"/>
                <a:gd name="csY19" fmla="*/ 506253 h 529133"/>
                <a:gd name="csX20" fmla="*/ 418807 w 574746"/>
                <a:gd name="csY20" fmla="*/ 372273 h 529133"/>
                <a:gd name="csX21" fmla="*/ 496364 w 574746"/>
                <a:gd name="csY21" fmla="*/ 372273 h 529133"/>
                <a:gd name="csX22" fmla="*/ 527387 w 574746"/>
                <a:gd name="csY22" fmla="*/ 341250 h 529133"/>
                <a:gd name="csX23" fmla="*/ 527387 w 574746"/>
                <a:gd name="csY23" fmla="*/ 31023 h 529133"/>
                <a:gd name="csX24" fmla="*/ 496364 w 574746"/>
                <a:gd name="csY24" fmla="*/ 0 h 529133"/>
                <a:gd name="csX0" fmla="*/ 496364 w 616021"/>
                <a:gd name="csY0" fmla="*/ 15511 h 545008"/>
                <a:gd name="csX1" fmla="*/ 511875 w 616021"/>
                <a:gd name="csY1" fmla="*/ 31023 h 545008"/>
                <a:gd name="csX2" fmla="*/ 511875 w 616021"/>
                <a:gd name="csY2" fmla="*/ 341250 h 545008"/>
                <a:gd name="csX3" fmla="*/ 496364 w 616021"/>
                <a:gd name="csY3" fmla="*/ 356762 h 545008"/>
                <a:gd name="csX4" fmla="*/ 403296 w 616021"/>
                <a:gd name="csY4" fmla="*/ 356762 h 545008"/>
                <a:gd name="csX5" fmla="*/ 616021 w 616021"/>
                <a:gd name="csY5" fmla="*/ 545008 h 545008"/>
                <a:gd name="csX6" fmla="*/ 325072 w 616021"/>
                <a:gd name="csY6" fmla="*/ 365184 h 545008"/>
                <a:gd name="csX7" fmla="*/ 320527 w 616021"/>
                <a:gd name="csY7" fmla="*/ 360639 h 545008"/>
                <a:gd name="csX8" fmla="*/ 31023 w 616021"/>
                <a:gd name="csY8" fmla="*/ 360639 h 545008"/>
                <a:gd name="csX9" fmla="*/ 15511 w 616021"/>
                <a:gd name="csY9" fmla="*/ 345128 h 545008"/>
                <a:gd name="csX10" fmla="*/ 15511 w 616021"/>
                <a:gd name="csY10" fmla="*/ 31023 h 545008"/>
                <a:gd name="csX11" fmla="*/ 31023 w 616021"/>
                <a:gd name="csY11" fmla="*/ 15511 h 545008"/>
                <a:gd name="csX12" fmla="*/ 496364 w 616021"/>
                <a:gd name="csY12" fmla="*/ 15511 h 545008"/>
                <a:gd name="csX13" fmla="*/ 496364 w 616021"/>
                <a:gd name="csY13" fmla="*/ 0 h 545008"/>
                <a:gd name="csX14" fmla="*/ 31023 w 616021"/>
                <a:gd name="csY14" fmla="*/ 0 h 545008"/>
                <a:gd name="csX15" fmla="*/ 0 w 616021"/>
                <a:gd name="csY15" fmla="*/ 31023 h 545008"/>
                <a:gd name="csX16" fmla="*/ 0 w 616021"/>
                <a:gd name="csY16" fmla="*/ 345128 h 545008"/>
                <a:gd name="csX17" fmla="*/ 31023 w 616021"/>
                <a:gd name="csY17" fmla="*/ 376151 h 545008"/>
                <a:gd name="csX18" fmla="*/ 314105 w 616021"/>
                <a:gd name="csY18" fmla="*/ 376151 h 545008"/>
                <a:gd name="csX19" fmla="*/ 555332 w 616021"/>
                <a:gd name="csY19" fmla="*/ 506253 h 545008"/>
                <a:gd name="csX20" fmla="*/ 418807 w 616021"/>
                <a:gd name="csY20" fmla="*/ 372273 h 545008"/>
                <a:gd name="csX21" fmla="*/ 496364 w 616021"/>
                <a:gd name="csY21" fmla="*/ 372273 h 545008"/>
                <a:gd name="csX22" fmla="*/ 527387 w 616021"/>
                <a:gd name="csY22" fmla="*/ 341250 h 545008"/>
                <a:gd name="csX23" fmla="*/ 527387 w 616021"/>
                <a:gd name="csY23" fmla="*/ 31023 h 545008"/>
                <a:gd name="csX24" fmla="*/ 496364 w 616021"/>
                <a:gd name="csY24" fmla="*/ 0 h 545008"/>
                <a:gd name="csX0" fmla="*/ 496364 w 555332"/>
                <a:gd name="csY0" fmla="*/ 15511 h 548183"/>
                <a:gd name="csX1" fmla="*/ 511875 w 555332"/>
                <a:gd name="csY1" fmla="*/ 31023 h 548183"/>
                <a:gd name="csX2" fmla="*/ 511875 w 555332"/>
                <a:gd name="csY2" fmla="*/ 341250 h 548183"/>
                <a:gd name="csX3" fmla="*/ 496364 w 555332"/>
                <a:gd name="csY3" fmla="*/ 356762 h 548183"/>
                <a:gd name="csX4" fmla="*/ 403296 w 555332"/>
                <a:gd name="csY4" fmla="*/ 356762 h 548183"/>
                <a:gd name="csX5" fmla="*/ 460446 w 555332"/>
                <a:gd name="csY5" fmla="*/ 548183 h 548183"/>
                <a:gd name="csX6" fmla="*/ 325072 w 555332"/>
                <a:gd name="csY6" fmla="*/ 365184 h 548183"/>
                <a:gd name="csX7" fmla="*/ 320527 w 555332"/>
                <a:gd name="csY7" fmla="*/ 360639 h 548183"/>
                <a:gd name="csX8" fmla="*/ 31023 w 555332"/>
                <a:gd name="csY8" fmla="*/ 360639 h 548183"/>
                <a:gd name="csX9" fmla="*/ 15511 w 555332"/>
                <a:gd name="csY9" fmla="*/ 345128 h 548183"/>
                <a:gd name="csX10" fmla="*/ 15511 w 555332"/>
                <a:gd name="csY10" fmla="*/ 31023 h 548183"/>
                <a:gd name="csX11" fmla="*/ 31023 w 555332"/>
                <a:gd name="csY11" fmla="*/ 15511 h 548183"/>
                <a:gd name="csX12" fmla="*/ 496364 w 555332"/>
                <a:gd name="csY12" fmla="*/ 15511 h 548183"/>
                <a:gd name="csX13" fmla="*/ 496364 w 555332"/>
                <a:gd name="csY13" fmla="*/ 0 h 548183"/>
                <a:gd name="csX14" fmla="*/ 31023 w 555332"/>
                <a:gd name="csY14" fmla="*/ 0 h 548183"/>
                <a:gd name="csX15" fmla="*/ 0 w 555332"/>
                <a:gd name="csY15" fmla="*/ 31023 h 548183"/>
                <a:gd name="csX16" fmla="*/ 0 w 555332"/>
                <a:gd name="csY16" fmla="*/ 345128 h 548183"/>
                <a:gd name="csX17" fmla="*/ 31023 w 555332"/>
                <a:gd name="csY17" fmla="*/ 376151 h 548183"/>
                <a:gd name="csX18" fmla="*/ 314105 w 555332"/>
                <a:gd name="csY18" fmla="*/ 376151 h 548183"/>
                <a:gd name="csX19" fmla="*/ 555332 w 555332"/>
                <a:gd name="csY19" fmla="*/ 506253 h 548183"/>
                <a:gd name="csX20" fmla="*/ 418807 w 555332"/>
                <a:gd name="csY20" fmla="*/ 372273 h 548183"/>
                <a:gd name="csX21" fmla="*/ 496364 w 555332"/>
                <a:gd name="csY21" fmla="*/ 372273 h 548183"/>
                <a:gd name="csX22" fmla="*/ 527387 w 555332"/>
                <a:gd name="csY22" fmla="*/ 341250 h 548183"/>
                <a:gd name="csX23" fmla="*/ 527387 w 555332"/>
                <a:gd name="csY23" fmla="*/ 31023 h 548183"/>
                <a:gd name="csX24" fmla="*/ 496364 w 555332"/>
                <a:gd name="csY24" fmla="*/ 0 h 548183"/>
                <a:gd name="csX0" fmla="*/ 496364 w 542632"/>
                <a:gd name="csY0" fmla="*/ 15511 h 548183"/>
                <a:gd name="csX1" fmla="*/ 511875 w 542632"/>
                <a:gd name="csY1" fmla="*/ 31023 h 548183"/>
                <a:gd name="csX2" fmla="*/ 511875 w 542632"/>
                <a:gd name="csY2" fmla="*/ 341250 h 548183"/>
                <a:gd name="csX3" fmla="*/ 496364 w 542632"/>
                <a:gd name="csY3" fmla="*/ 356762 h 548183"/>
                <a:gd name="csX4" fmla="*/ 403296 w 542632"/>
                <a:gd name="csY4" fmla="*/ 356762 h 548183"/>
                <a:gd name="csX5" fmla="*/ 460446 w 542632"/>
                <a:gd name="csY5" fmla="*/ 548183 h 548183"/>
                <a:gd name="csX6" fmla="*/ 325072 w 542632"/>
                <a:gd name="csY6" fmla="*/ 365184 h 548183"/>
                <a:gd name="csX7" fmla="*/ 320527 w 542632"/>
                <a:gd name="csY7" fmla="*/ 360639 h 548183"/>
                <a:gd name="csX8" fmla="*/ 31023 w 542632"/>
                <a:gd name="csY8" fmla="*/ 360639 h 548183"/>
                <a:gd name="csX9" fmla="*/ 15511 w 542632"/>
                <a:gd name="csY9" fmla="*/ 345128 h 548183"/>
                <a:gd name="csX10" fmla="*/ 15511 w 542632"/>
                <a:gd name="csY10" fmla="*/ 31023 h 548183"/>
                <a:gd name="csX11" fmla="*/ 31023 w 542632"/>
                <a:gd name="csY11" fmla="*/ 15511 h 548183"/>
                <a:gd name="csX12" fmla="*/ 496364 w 542632"/>
                <a:gd name="csY12" fmla="*/ 15511 h 548183"/>
                <a:gd name="csX13" fmla="*/ 496364 w 542632"/>
                <a:gd name="csY13" fmla="*/ 0 h 548183"/>
                <a:gd name="csX14" fmla="*/ 31023 w 542632"/>
                <a:gd name="csY14" fmla="*/ 0 h 548183"/>
                <a:gd name="csX15" fmla="*/ 0 w 542632"/>
                <a:gd name="csY15" fmla="*/ 31023 h 548183"/>
                <a:gd name="csX16" fmla="*/ 0 w 542632"/>
                <a:gd name="csY16" fmla="*/ 345128 h 548183"/>
                <a:gd name="csX17" fmla="*/ 31023 w 542632"/>
                <a:gd name="csY17" fmla="*/ 376151 h 548183"/>
                <a:gd name="csX18" fmla="*/ 314105 w 542632"/>
                <a:gd name="csY18" fmla="*/ 376151 h 548183"/>
                <a:gd name="csX19" fmla="*/ 542632 w 542632"/>
                <a:gd name="csY19" fmla="*/ 477678 h 548183"/>
                <a:gd name="csX20" fmla="*/ 418807 w 542632"/>
                <a:gd name="csY20" fmla="*/ 372273 h 548183"/>
                <a:gd name="csX21" fmla="*/ 496364 w 542632"/>
                <a:gd name="csY21" fmla="*/ 372273 h 548183"/>
                <a:gd name="csX22" fmla="*/ 527387 w 542632"/>
                <a:gd name="csY22" fmla="*/ 341250 h 548183"/>
                <a:gd name="csX23" fmla="*/ 527387 w 542632"/>
                <a:gd name="csY23" fmla="*/ 31023 h 548183"/>
                <a:gd name="csX24" fmla="*/ 496364 w 542632"/>
                <a:gd name="csY24" fmla="*/ 0 h 548183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89021 w 542632"/>
                <a:gd name="csY5" fmla="*/ 459283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18807 w 542632"/>
                <a:gd name="csY20" fmla="*/ 372273 h 477678"/>
                <a:gd name="csX21" fmla="*/ 496364 w 542632"/>
                <a:gd name="csY21" fmla="*/ 372273 h 477678"/>
                <a:gd name="csX22" fmla="*/ 527387 w 542632"/>
                <a:gd name="csY22" fmla="*/ 341250 h 477678"/>
                <a:gd name="csX23" fmla="*/ 527387 w 542632"/>
                <a:gd name="csY23" fmla="*/ 31023 h 477678"/>
                <a:gd name="csX24" fmla="*/ 496364 w 542632"/>
                <a:gd name="csY24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60446 w 542632"/>
                <a:gd name="csY5" fmla="*/ 430708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18807 w 542632"/>
                <a:gd name="csY20" fmla="*/ 372273 h 477678"/>
                <a:gd name="csX21" fmla="*/ 496364 w 542632"/>
                <a:gd name="csY21" fmla="*/ 372273 h 477678"/>
                <a:gd name="csX22" fmla="*/ 527387 w 542632"/>
                <a:gd name="csY22" fmla="*/ 341250 h 477678"/>
                <a:gd name="csX23" fmla="*/ 527387 w 542632"/>
                <a:gd name="csY23" fmla="*/ 31023 h 477678"/>
                <a:gd name="csX24" fmla="*/ 496364 w 542632"/>
                <a:gd name="csY24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60446 w 542632"/>
                <a:gd name="csY5" fmla="*/ 430708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18807 w 542632"/>
                <a:gd name="csY20" fmla="*/ 372273 h 477678"/>
                <a:gd name="csX21" fmla="*/ 496364 w 542632"/>
                <a:gd name="csY21" fmla="*/ 372273 h 477678"/>
                <a:gd name="csX22" fmla="*/ 527387 w 542632"/>
                <a:gd name="csY22" fmla="*/ 341250 h 477678"/>
                <a:gd name="csX23" fmla="*/ 527387 w 542632"/>
                <a:gd name="csY23" fmla="*/ 31023 h 477678"/>
                <a:gd name="csX24" fmla="*/ 496364 w 542632"/>
                <a:gd name="csY24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98546 w 542632"/>
                <a:gd name="csY5" fmla="*/ 449758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18807 w 542632"/>
                <a:gd name="csY20" fmla="*/ 372273 h 477678"/>
                <a:gd name="csX21" fmla="*/ 496364 w 542632"/>
                <a:gd name="csY21" fmla="*/ 372273 h 477678"/>
                <a:gd name="csX22" fmla="*/ 527387 w 542632"/>
                <a:gd name="csY22" fmla="*/ 341250 h 477678"/>
                <a:gd name="csX23" fmla="*/ 527387 w 542632"/>
                <a:gd name="csY23" fmla="*/ 31023 h 477678"/>
                <a:gd name="csX24" fmla="*/ 496364 w 542632"/>
                <a:gd name="csY24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501721 w 542632"/>
                <a:gd name="csY5" fmla="*/ 456108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18807 w 542632"/>
                <a:gd name="csY20" fmla="*/ 372273 h 477678"/>
                <a:gd name="csX21" fmla="*/ 496364 w 542632"/>
                <a:gd name="csY21" fmla="*/ 372273 h 477678"/>
                <a:gd name="csX22" fmla="*/ 527387 w 542632"/>
                <a:gd name="csY22" fmla="*/ 341250 h 477678"/>
                <a:gd name="csX23" fmla="*/ 527387 w 542632"/>
                <a:gd name="csY23" fmla="*/ 31023 h 477678"/>
                <a:gd name="csX24" fmla="*/ 496364 w 542632"/>
                <a:gd name="csY24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46792 w 542632"/>
                <a:gd name="csY5" fmla="*/ 469032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18807 w 542632"/>
                <a:gd name="csY20" fmla="*/ 372273 h 477678"/>
                <a:gd name="csX21" fmla="*/ 496364 w 542632"/>
                <a:gd name="csY21" fmla="*/ 372273 h 477678"/>
                <a:gd name="csX22" fmla="*/ 527387 w 542632"/>
                <a:gd name="csY22" fmla="*/ 341250 h 477678"/>
                <a:gd name="csX23" fmla="*/ 527387 w 542632"/>
                <a:gd name="csY23" fmla="*/ 31023 h 477678"/>
                <a:gd name="csX24" fmla="*/ 496364 w 542632"/>
                <a:gd name="csY24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46792 w 542632"/>
                <a:gd name="csY5" fmla="*/ 469032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98057 w 542632"/>
                <a:gd name="csY20" fmla="*/ 417667 h 477678"/>
                <a:gd name="csX21" fmla="*/ 418807 w 542632"/>
                <a:gd name="csY21" fmla="*/ 372273 h 477678"/>
                <a:gd name="csX22" fmla="*/ 496364 w 542632"/>
                <a:gd name="csY22" fmla="*/ 372273 h 477678"/>
                <a:gd name="csX23" fmla="*/ 527387 w 542632"/>
                <a:gd name="csY23" fmla="*/ 341250 h 477678"/>
                <a:gd name="csX24" fmla="*/ 527387 w 542632"/>
                <a:gd name="csY24" fmla="*/ 31023 h 477678"/>
                <a:gd name="csX25" fmla="*/ 496364 w 542632"/>
                <a:gd name="csY25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511414 w 542632"/>
                <a:gd name="csY5" fmla="*/ 452877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98057 w 542632"/>
                <a:gd name="csY20" fmla="*/ 417667 h 477678"/>
                <a:gd name="csX21" fmla="*/ 418807 w 542632"/>
                <a:gd name="csY21" fmla="*/ 372273 h 477678"/>
                <a:gd name="csX22" fmla="*/ 496364 w 542632"/>
                <a:gd name="csY22" fmla="*/ 372273 h 477678"/>
                <a:gd name="csX23" fmla="*/ 527387 w 542632"/>
                <a:gd name="csY23" fmla="*/ 341250 h 477678"/>
                <a:gd name="csX24" fmla="*/ 527387 w 542632"/>
                <a:gd name="csY24" fmla="*/ 31023 h 477678"/>
                <a:gd name="csX25" fmla="*/ 496364 w 542632"/>
                <a:gd name="csY25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04788 w 542632"/>
                <a:gd name="csY5" fmla="*/ 456108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98057 w 542632"/>
                <a:gd name="csY20" fmla="*/ 417667 h 477678"/>
                <a:gd name="csX21" fmla="*/ 418807 w 542632"/>
                <a:gd name="csY21" fmla="*/ 372273 h 477678"/>
                <a:gd name="csX22" fmla="*/ 496364 w 542632"/>
                <a:gd name="csY22" fmla="*/ 372273 h 477678"/>
                <a:gd name="csX23" fmla="*/ 527387 w 542632"/>
                <a:gd name="csY23" fmla="*/ 341250 h 477678"/>
                <a:gd name="csX24" fmla="*/ 527387 w 542632"/>
                <a:gd name="csY24" fmla="*/ 31023 h 477678"/>
                <a:gd name="csX25" fmla="*/ 496364 w 542632"/>
                <a:gd name="csY25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04788 w 542632"/>
                <a:gd name="csY5" fmla="*/ 456108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85133 w 542632"/>
                <a:gd name="csY20" fmla="*/ 420898 h 477678"/>
                <a:gd name="csX21" fmla="*/ 418807 w 542632"/>
                <a:gd name="csY21" fmla="*/ 372273 h 477678"/>
                <a:gd name="csX22" fmla="*/ 496364 w 542632"/>
                <a:gd name="csY22" fmla="*/ 372273 h 477678"/>
                <a:gd name="csX23" fmla="*/ 527387 w 542632"/>
                <a:gd name="csY23" fmla="*/ 341250 h 477678"/>
                <a:gd name="csX24" fmla="*/ 527387 w 542632"/>
                <a:gd name="csY24" fmla="*/ 31023 h 477678"/>
                <a:gd name="csX25" fmla="*/ 496364 w 542632"/>
                <a:gd name="csY25" fmla="*/ 0 h 477678"/>
                <a:gd name="csX0" fmla="*/ 496364 w 542632"/>
                <a:gd name="csY0" fmla="*/ 15511 h 477678"/>
                <a:gd name="csX1" fmla="*/ 511875 w 542632"/>
                <a:gd name="csY1" fmla="*/ 31023 h 477678"/>
                <a:gd name="csX2" fmla="*/ 511875 w 542632"/>
                <a:gd name="csY2" fmla="*/ 341250 h 477678"/>
                <a:gd name="csX3" fmla="*/ 496364 w 542632"/>
                <a:gd name="csY3" fmla="*/ 356762 h 477678"/>
                <a:gd name="csX4" fmla="*/ 403296 w 542632"/>
                <a:gd name="csY4" fmla="*/ 356762 h 477678"/>
                <a:gd name="csX5" fmla="*/ 492028 w 542632"/>
                <a:gd name="csY5" fmla="*/ 446414 h 477678"/>
                <a:gd name="csX6" fmla="*/ 325072 w 542632"/>
                <a:gd name="csY6" fmla="*/ 365184 h 477678"/>
                <a:gd name="csX7" fmla="*/ 320527 w 542632"/>
                <a:gd name="csY7" fmla="*/ 360639 h 477678"/>
                <a:gd name="csX8" fmla="*/ 31023 w 542632"/>
                <a:gd name="csY8" fmla="*/ 360639 h 477678"/>
                <a:gd name="csX9" fmla="*/ 15511 w 542632"/>
                <a:gd name="csY9" fmla="*/ 345128 h 477678"/>
                <a:gd name="csX10" fmla="*/ 15511 w 542632"/>
                <a:gd name="csY10" fmla="*/ 31023 h 477678"/>
                <a:gd name="csX11" fmla="*/ 31023 w 542632"/>
                <a:gd name="csY11" fmla="*/ 15511 h 477678"/>
                <a:gd name="csX12" fmla="*/ 496364 w 542632"/>
                <a:gd name="csY12" fmla="*/ 15511 h 477678"/>
                <a:gd name="csX13" fmla="*/ 496364 w 542632"/>
                <a:gd name="csY13" fmla="*/ 0 h 477678"/>
                <a:gd name="csX14" fmla="*/ 31023 w 542632"/>
                <a:gd name="csY14" fmla="*/ 0 h 477678"/>
                <a:gd name="csX15" fmla="*/ 0 w 542632"/>
                <a:gd name="csY15" fmla="*/ 31023 h 477678"/>
                <a:gd name="csX16" fmla="*/ 0 w 542632"/>
                <a:gd name="csY16" fmla="*/ 345128 h 477678"/>
                <a:gd name="csX17" fmla="*/ 31023 w 542632"/>
                <a:gd name="csY17" fmla="*/ 376151 h 477678"/>
                <a:gd name="csX18" fmla="*/ 314105 w 542632"/>
                <a:gd name="csY18" fmla="*/ 376151 h 477678"/>
                <a:gd name="csX19" fmla="*/ 542632 w 542632"/>
                <a:gd name="csY19" fmla="*/ 477678 h 477678"/>
                <a:gd name="csX20" fmla="*/ 485133 w 542632"/>
                <a:gd name="csY20" fmla="*/ 420898 h 477678"/>
                <a:gd name="csX21" fmla="*/ 418807 w 542632"/>
                <a:gd name="csY21" fmla="*/ 372273 h 477678"/>
                <a:gd name="csX22" fmla="*/ 496364 w 542632"/>
                <a:gd name="csY22" fmla="*/ 372273 h 477678"/>
                <a:gd name="csX23" fmla="*/ 527387 w 542632"/>
                <a:gd name="csY23" fmla="*/ 341250 h 477678"/>
                <a:gd name="csX24" fmla="*/ 527387 w 542632"/>
                <a:gd name="csY24" fmla="*/ 31023 h 477678"/>
                <a:gd name="csX25" fmla="*/ 496364 w 542632"/>
                <a:gd name="csY25" fmla="*/ 0 h 4776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542632" h="477678">
                  <a:moveTo>
                    <a:pt x="496364" y="15511"/>
                  </a:moveTo>
                  <a:cubicBezTo>
                    <a:pt x="504931" y="15511"/>
                    <a:pt x="511875" y="22456"/>
                    <a:pt x="511875" y="31023"/>
                  </a:cubicBezTo>
                  <a:lnTo>
                    <a:pt x="511875" y="341250"/>
                  </a:lnTo>
                  <a:cubicBezTo>
                    <a:pt x="511875" y="349817"/>
                    <a:pt x="504931" y="356762"/>
                    <a:pt x="496364" y="356762"/>
                  </a:cubicBezTo>
                  <a:lnTo>
                    <a:pt x="403296" y="356762"/>
                  </a:lnTo>
                  <a:cubicBezTo>
                    <a:pt x="422346" y="381411"/>
                    <a:pt x="476153" y="443990"/>
                    <a:pt x="492028" y="446414"/>
                  </a:cubicBezTo>
                  <a:lnTo>
                    <a:pt x="325072" y="365184"/>
                  </a:lnTo>
                  <a:lnTo>
                    <a:pt x="320527" y="360639"/>
                  </a:lnTo>
                  <a:lnTo>
                    <a:pt x="31023" y="360639"/>
                  </a:lnTo>
                  <a:cubicBezTo>
                    <a:pt x="22456" y="360639"/>
                    <a:pt x="15511" y="353695"/>
                    <a:pt x="15511" y="345128"/>
                  </a:cubicBezTo>
                  <a:lnTo>
                    <a:pt x="15511" y="31023"/>
                  </a:lnTo>
                  <a:cubicBezTo>
                    <a:pt x="15511" y="22456"/>
                    <a:pt x="22456" y="15511"/>
                    <a:pt x="31023" y="15511"/>
                  </a:cubicBezTo>
                  <a:lnTo>
                    <a:pt x="496364" y="15511"/>
                  </a:lnTo>
                  <a:moveTo>
                    <a:pt x="496364" y="0"/>
                  </a:moveTo>
                  <a:lnTo>
                    <a:pt x="31023" y="0"/>
                  </a:lnTo>
                  <a:cubicBezTo>
                    <a:pt x="13890" y="0"/>
                    <a:pt x="0" y="13890"/>
                    <a:pt x="0" y="31023"/>
                  </a:cubicBezTo>
                  <a:lnTo>
                    <a:pt x="0" y="345128"/>
                  </a:lnTo>
                  <a:cubicBezTo>
                    <a:pt x="0" y="362261"/>
                    <a:pt x="13890" y="376151"/>
                    <a:pt x="31023" y="376151"/>
                  </a:cubicBezTo>
                  <a:lnTo>
                    <a:pt x="314105" y="376151"/>
                  </a:lnTo>
                  <a:cubicBezTo>
                    <a:pt x="410389" y="432218"/>
                    <a:pt x="427298" y="431136"/>
                    <a:pt x="542632" y="477678"/>
                  </a:cubicBezTo>
                  <a:cubicBezTo>
                    <a:pt x="522388" y="458751"/>
                    <a:pt x="505377" y="439825"/>
                    <a:pt x="485133" y="420898"/>
                  </a:cubicBezTo>
                  <a:lnTo>
                    <a:pt x="418807" y="372273"/>
                  </a:lnTo>
                  <a:lnTo>
                    <a:pt x="496364" y="372273"/>
                  </a:lnTo>
                  <a:cubicBezTo>
                    <a:pt x="513497" y="372273"/>
                    <a:pt x="527387" y="358383"/>
                    <a:pt x="527387" y="341250"/>
                  </a:cubicBezTo>
                  <a:lnTo>
                    <a:pt x="527387" y="31023"/>
                  </a:lnTo>
                  <a:cubicBezTo>
                    <a:pt x="527387" y="13890"/>
                    <a:pt x="513497" y="0"/>
                    <a:pt x="496364" y="0"/>
                  </a:cubicBezTo>
                  <a:close/>
                </a:path>
              </a:pathLst>
            </a:custGeom>
            <a:solidFill>
              <a:srgbClr val="000000"/>
            </a:solidFill>
            <a:ln w="773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8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4471207D-2ADF-B162-40ED-1D8F76D4DC70}"/>
                </a:ext>
              </a:extLst>
            </p:cNvPr>
            <p:cNvSpPr/>
            <p:nvPr/>
          </p:nvSpPr>
          <p:spPr>
            <a:xfrm>
              <a:off x="2589730" y="2765851"/>
              <a:ext cx="46534" cy="46534"/>
            </a:xfrm>
            <a:prstGeom prst="ellipse">
              <a:avLst/>
            </a:prstGeom>
            <a:solidFill>
              <a:srgbClr val="000000"/>
            </a:solidFill>
            <a:ln w="773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8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13D4E83D-6367-9541-15F2-92D244A36C84}"/>
                </a:ext>
              </a:extLst>
            </p:cNvPr>
            <p:cNvSpPr/>
            <p:nvPr/>
          </p:nvSpPr>
          <p:spPr>
            <a:xfrm>
              <a:off x="2465639" y="2765851"/>
              <a:ext cx="46534" cy="46534"/>
            </a:xfrm>
            <a:prstGeom prst="ellipse">
              <a:avLst/>
            </a:prstGeom>
            <a:solidFill>
              <a:srgbClr val="000000"/>
            </a:solidFill>
            <a:ln w="773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8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D76ABB3C-8DD4-BE39-7423-1134383B11A1}"/>
                </a:ext>
              </a:extLst>
            </p:cNvPr>
            <p:cNvSpPr/>
            <p:nvPr/>
          </p:nvSpPr>
          <p:spPr>
            <a:xfrm>
              <a:off x="2341548" y="2765851"/>
              <a:ext cx="46534" cy="46534"/>
            </a:xfrm>
            <a:prstGeom prst="ellipse">
              <a:avLst/>
            </a:prstGeom>
            <a:solidFill>
              <a:srgbClr val="000000"/>
            </a:solidFill>
            <a:ln w="773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8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9" name="Elbow 1"/>
          <p:cNvCxnSpPr>
            <a:cxnSpLocks/>
            <a:stCxn id="16" idx="2"/>
          </p:cNvCxnSpPr>
          <p:nvPr/>
        </p:nvCxnSpPr>
        <p:spPr>
          <a:xfrm>
            <a:off x="4914000" y="734329"/>
            <a:ext cx="0" cy="405789"/>
          </a:xfrm>
          <a:prstGeom prst="straightConnector1">
            <a:avLst/>
          </a:prstGeom>
          <a:ln w="12700" cap="flat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Elbow 2"/>
          <p:cNvCxnSpPr>
            <a:cxnSpLocks/>
          </p:cNvCxnSpPr>
          <p:nvPr/>
        </p:nvCxnSpPr>
        <p:spPr>
          <a:xfrm>
            <a:off x="1773000" y="1140118"/>
            <a:ext cx="3141000" cy="0"/>
          </a:xfrm>
          <a:prstGeom prst="straightConnector1">
            <a:avLst/>
          </a:prstGeom>
          <a:ln w="12700" cap="flat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A88431A4-DEE0-9523-0610-BFD2B0E46705}"/>
              </a:ext>
            </a:extLst>
          </p:cNvPr>
          <p:cNvCxnSpPr>
            <a:cxnSpLocks/>
          </p:cNvCxnSpPr>
          <p:nvPr/>
        </p:nvCxnSpPr>
        <p:spPr>
          <a:xfrm flipV="1">
            <a:off x="1773000" y="2858061"/>
            <a:ext cx="2157" cy="456639"/>
          </a:xfrm>
          <a:prstGeom prst="straightConnector1">
            <a:avLst/>
          </a:prstGeom>
          <a:ln w="12700" cap="flat">
            <a:round/>
            <a:tailEnd type="triangle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608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559</TotalTime>
  <Words>116</Words>
  <Application>Microsoft Macintosh PowerPoint</Application>
  <PresentationFormat>Personnalisé</PresentationFormat>
  <Paragraphs>26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Jérémie _Beucler</dc:creator>
  <cp:lastModifiedBy>Jérémie _Beucler</cp:lastModifiedBy>
  <cp:revision>13</cp:revision>
  <dcterms:created xsi:type="dcterms:W3CDTF">2026-05-07T23:22:52Z</dcterms:created>
  <dcterms:modified xsi:type="dcterms:W3CDTF">2026-10-15T22:45:36Z</dcterms:modified>
</cp:coreProperties>
</file>